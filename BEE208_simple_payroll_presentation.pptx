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E8F9A5-A466-9E46-BCFB-B20936AA3C1D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2ABC1F-C6E7-1A46-B763-3F5696EC6E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054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3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5" Type="http://schemas.openxmlformats.org/officeDocument/2006/relationships/image" Target="../media/image3.png" /><Relationship Id="rId4" Type="http://schemas.openxmlformats.org/officeDocument/2006/relationships/image" Target="../media/image2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 /><Relationship Id="rId3" Type="http://schemas.openxmlformats.org/officeDocument/2006/relationships/image" Target="../media/image6.png" /><Relationship Id="rId7" Type="http://schemas.openxmlformats.org/officeDocument/2006/relationships/image" Target="../media/image2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9.png" /><Relationship Id="rId5" Type="http://schemas.openxmlformats.org/officeDocument/2006/relationships/image" Target="../media/image8.png" /><Relationship Id="rId4" Type="http://schemas.openxmlformats.org/officeDocument/2006/relationships/image" Target="../media/image7.png" /><Relationship Id="rId9" Type="http://schemas.openxmlformats.org/officeDocument/2006/relationships/image" Target="../media/image11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14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5.png" /><Relationship Id="rId5" Type="http://schemas.openxmlformats.org/officeDocument/2006/relationships/image" Target="../media/image11.png" /><Relationship Id="rId4" Type="http://schemas.openxmlformats.org/officeDocument/2006/relationships/image" Target="../media/image8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113385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Payroll Management System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68680" y="33375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C++ Object-Oriented Programming Project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68680" y="3977640"/>
            <a:ext cx="29260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42062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208 – C++ Programming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 Technical University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</a:t>
            </a:r>
            <a:r>
              <a:rPr lang="en-GB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1.1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Lecturer: Douglas Ayitey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 Technical University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516636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00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Background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805672" y="502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208 — C++ Programming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201168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1F4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2286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3063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Accurate Calculations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31520" y="36118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systems help organizations calculate salaries accurately.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160520" y="201168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1F4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34840" y="2286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44348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434840" y="3063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Process Risks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434840" y="36118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payroll processing is slow and prone to errors.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863840" y="2011680"/>
            <a:ext cx="3383280" cy="3017520"/>
          </a:xfrm>
          <a:prstGeom prst="roundRect">
            <a:avLst>
              <a:gd name="adj" fmla="val 2424"/>
            </a:avLst>
          </a:prstGeom>
          <a:solidFill>
            <a:srgbClr val="F1F4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138160" y="2286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/>
          <p:nvPr/>
        </p:nvSpPr>
        <p:spPr>
          <a:xfrm>
            <a:off x="81381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138160" y="30632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Solution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138160" y="36118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automates payroll calculations and report generation.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 Technical University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516636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00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805672" y="502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208 — C++ Programming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73736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FBF1E4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9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251460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salary calculations can produce mistakes.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550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record keeping leads to payroll inaccuracies.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035040" y="1737360"/>
            <a:ext cx="5669280" cy="4023360"/>
          </a:xfrm>
          <a:prstGeom prst="roundRect">
            <a:avLst>
              <a:gd name="adj" fmla="val 1818"/>
            </a:avLst>
          </a:prstGeom>
          <a:solidFill>
            <a:srgbClr val="E7F4E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99339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355080" y="260604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provides an automated and reliable solution — replacing error-prone manual work with consistent, validated calculations and organized digital records.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 Technical University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516636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00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and Objectives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805672" y="502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208 — C++ Programming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691640"/>
            <a:ext cx="1124712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6916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Simple Payroll Management System in C++.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57200" y="29718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1F4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85800" y="33375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25880" y="297180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employee details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270248" y="29718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1F4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98848" y="33375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1"/>
          <p:cNvSpPr/>
          <p:nvPr/>
        </p:nvSpPr>
        <p:spPr>
          <a:xfrm>
            <a:off x="4498848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138928" y="297180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gross salary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8083296" y="29718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1F4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311896" y="333756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5"/>
          <p:cNvSpPr/>
          <p:nvPr/>
        </p:nvSpPr>
        <p:spPr>
          <a:xfrm>
            <a:off x="8311896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951976" y="297180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net salary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457200" y="46177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1F4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4983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325880" y="461772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inputs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4270248" y="46177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1F4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498848" y="4983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6" name="Text 23"/>
          <p:cNvSpPr/>
          <p:nvPr/>
        </p:nvSpPr>
        <p:spPr>
          <a:xfrm>
            <a:off x="4498848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38928" y="461772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payment status</a:t>
            </a:r>
            <a:endParaRPr lang="en-US" sz="1450" dirty="0"/>
          </a:p>
        </p:txBody>
      </p:sp>
      <p:sp>
        <p:nvSpPr>
          <p:cNvPr id="28" name="Shape 25"/>
          <p:cNvSpPr/>
          <p:nvPr/>
        </p:nvSpPr>
        <p:spPr>
          <a:xfrm>
            <a:off x="8083296" y="46177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1F4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8311896" y="498348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0" name="Text 27"/>
          <p:cNvSpPr/>
          <p:nvPr/>
        </p:nvSpPr>
        <p:spPr>
          <a:xfrm>
            <a:off x="8311896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951976" y="4617720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payroll reports</a:t>
            </a:r>
            <a:endParaRPr lang="en-US" sz="1450" dirty="0"/>
          </a:p>
        </p:txBody>
      </p:sp>
      <p:sp>
        <p:nvSpPr>
          <p:cNvPr id="32" name="Text 29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 Technical University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516636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00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 and Decision Rule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805672" y="502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208 — C++ Programming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78308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F1F4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77240" y="2606040"/>
            <a:ext cx="4754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6060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Gross Salary = Basic Salary + Allowance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77240" y="3611880"/>
            <a:ext cx="4754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61188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32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Salary = Gross Salary − Deduction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47091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for every employee record entered into the system.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26480" y="1783080"/>
            <a:ext cx="5577840" cy="39776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46520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Rule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446520" y="2651760"/>
            <a:ext cx="4937760" cy="1280160"/>
          </a:xfrm>
          <a:prstGeom prst="roundRect">
            <a:avLst>
              <a:gd name="adj" fmla="val 5714"/>
            </a:avLst>
          </a:prstGeom>
          <a:solidFill>
            <a:srgbClr val="5B3A1A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88036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60920" y="2724912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B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Deduction &gt; Gross Salary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BE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Review Required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6446520" y="4114800"/>
            <a:ext cx="4937760" cy="1280160"/>
          </a:xfrm>
          <a:prstGeom prst="roundRect">
            <a:avLst>
              <a:gd name="adj" fmla="val 5714"/>
            </a:avLst>
          </a:prstGeom>
          <a:solidFill>
            <a:srgbClr val="1B4432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434340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360920" y="4187952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C9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C9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Ready for Payment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 Technical University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516636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00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805672" y="502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208 — C++ Programming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801368" y="3108960"/>
            <a:ext cx="116259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502920" y="2331720"/>
            <a:ext cx="1298448" cy="1554480"/>
          </a:xfrm>
          <a:prstGeom prst="roundRect">
            <a:avLst>
              <a:gd name="adj" fmla="val 6338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" y="24048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6072" y="2697480"/>
            <a:ext cx="1152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program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16075" y="3108960"/>
            <a:ext cx="116259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1917627" y="2331720"/>
            <a:ext cx="1298448" cy="1554480"/>
          </a:xfrm>
          <a:prstGeom prst="roundRect">
            <a:avLst>
              <a:gd name="adj" fmla="val 6338"/>
            </a:avLst>
          </a:prstGeom>
          <a:solidFill>
            <a:srgbClr val="F1F4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990779" y="24048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990779" y="2697480"/>
            <a:ext cx="1152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employee details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630783" y="3108960"/>
            <a:ext cx="116259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332335" y="2331720"/>
            <a:ext cx="1298448" cy="1554480"/>
          </a:xfrm>
          <a:prstGeom prst="roundRect">
            <a:avLst>
              <a:gd name="adj" fmla="val 6338"/>
            </a:avLst>
          </a:prstGeom>
          <a:solidFill>
            <a:srgbClr val="F1F4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405487" y="24048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405487" y="2697480"/>
            <a:ext cx="1152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input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045490" y="3108960"/>
            <a:ext cx="116259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747042" y="2331720"/>
            <a:ext cx="1298448" cy="1554480"/>
          </a:xfrm>
          <a:prstGeom prst="roundRect">
            <a:avLst>
              <a:gd name="adj" fmla="val 6338"/>
            </a:avLst>
          </a:prstGeom>
          <a:solidFill>
            <a:srgbClr val="F1F4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820194" y="24048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20194" y="2697480"/>
            <a:ext cx="1152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salaries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460198" y="3108960"/>
            <a:ext cx="116259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161750" y="2331720"/>
            <a:ext cx="1298448" cy="1554480"/>
          </a:xfrm>
          <a:prstGeom prst="roundRect">
            <a:avLst>
              <a:gd name="adj" fmla="val 6338"/>
            </a:avLst>
          </a:prstGeom>
          <a:solidFill>
            <a:srgbClr val="F1F4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234902" y="24048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234902" y="2697480"/>
            <a:ext cx="1152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payment status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8874905" y="3108960"/>
            <a:ext cx="116259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576457" y="2331720"/>
            <a:ext cx="1298448" cy="1554480"/>
          </a:xfrm>
          <a:prstGeom prst="roundRect">
            <a:avLst>
              <a:gd name="adj" fmla="val 6338"/>
            </a:avLst>
          </a:prstGeom>
          <a:solidFill>
            <a:srgbClr val="F1F4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649609" y="24048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649609" y="2697480"/>
            <a:ext cx="1152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payroll report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10289613" y="3108960"/>
            <a:ext cx="116259" cy="0"/>
          </a:xfrm>
          <a:prstGeom prst="line">
            <a:avLst/>
          </a:prstGeom>
          <a:noFill/>
          <a:ln w="3175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8991165" y="2331720"/>
            <a:ext cx="1298448" cy="1554480"/>
          </a:xfrm>
          <a:prstGeom prst="roundRect">
            <a:avLst>
              <a:gd name="adj" fmla="val 6338"/>
            </a:avLst>
          </a:prstGeom>
          <a:solidFill>
            <a:srgbClr val="F1F4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9064317" y="24048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064317" y="2697480"/>
            <a:ext cx="1152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report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10405872" y="2331720"/>
            <a:ext cx="1298448" cy="1554480"/>
          </a:xfrm>
          <a:prstGeom prst="roundRect">
            <a:avLst>
              <a:gd name="adj" fmla="val 6338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10479024" y="24048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0479024" y="2697480"/>
            <a:ext cx="11521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program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502920" y="46634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employee record moves through this sequence — from data entry to a saved, validated report.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 Technical University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516636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00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Flowchart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805672" y="502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208 — C++ Programming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071116" y="2834640"/>
            <a:ext cx="256032" cy="0"/>
          </a:xfrm>
          <a:prstGeom prst="line">
            <a:avLst/>
          </a:prstGeom>
          <a:noFill/>
          <a:ln w="25400">
            <a:solidFill>
              <a:srgbClr val="5B6482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379476" y="196596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2221992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25196" y="29260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018788" y="2834640"/>
            <a:ext cx="256032" cy="0"/>
          </a:xfrm>
          <a:prstGeom prst="line">
            <a:avLst/>
          </a:prstGeom>
          <a:noFill/>
          <a:ln w="25400">
            <a:solidFill>
              <a:srgbClr val="5B6482"/>
            </a:solidFill>
            <a:prstDash val="solid"/>
            <a:tailEnd type="triangle"/>
          </a:ln>
        </p:spPr>
      </p:sp>
      <p:sp>
        <p:nvSpPr>
          <p:cNvPr id="11" name="Shape 7"/>
          <p:cNvSpPr/>
          <p:nvPr/>
        </p:nvSpPr>
        <p:spPr>
          <a:xfrm>
            <a:off x="2327148" y="196596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3D4A8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8648" y="2221992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372868" y="29260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966460" y="2834640"/>
            <a:ext cx="256032" cy="0"/>
          </a:xfrm>
          <a:prstGeom prst="line">
            <a:avLst/>
          </a:prstGeom>
          <a:noFill/>
          <a:ln w="25400">
            <a:solidFill>
              <a:srgbClr val="5B6482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4274820" y="196596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556BB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221992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320540" y="29260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7914132" y="2834640"/>
            <a:ext cx="256032" cy="0"/>
          </a:xfrm>
          <a:prstGeom prst="line">
            <a:avLst/>
          </a:prstGeom>
          <a:noFill/>
          <a:ln w="25400">
            <a:solidFill>
              <a:srgbClr val="5B6482"/>
            </a:solidFill>
            <a:prstDash val="solid"/>
            <a:tailEnd type="triangle"/>
          </a:ln>
        </p:spPr>
      </p:sp>
      <p:sp>
        <p:nvSpPr>
          <p:cNvPr id="19" name="Shape 13"/>
          <p:cNvSpPr/>
          <p:nvPr/>
        </p:nvSpPr>
        <p:spPr>
          <a:xfrm>
            <a:off x="6222492" y="196596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C97A1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992" y="2221992"/>
            <a:ext cx="548640" cy="5486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268212" y="29260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9861804" y="2834640"/>
            <a:ext cx="256032" cy="0"/>
          </a:xfrm>
          <a:prstGeom prst="line">
            <a:avLst/>
          </a:prstGeom>
          <a:noFill/>
          <a:ln w="25400">
            <a:solidFill>
              <a:srgbClr val="5B6482"/>
            </a:solidFill>
            <a:prstDash val="solid"/>
            <a:tailEnd type="triangle"/>
          </a:ln>
        </p:spPr>
      </p:sp>
      <p:sp>
        <p:nvSpPr>
          <p:cNvPr id="23" name="Shape 16"/>
          <p:cNvSpPr/>
          <p:nvPr/>
        </p:nvSpPr>
        <p:spPr>
          <a:xfrm>
            <a:off x="8170164" y="196596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556BB0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41664" y="2221992"/>
            <a:ext cx="548640" cy="5486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215884" y="29260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10117836" y="196596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89336" y="2221992"/>
            <a:ext cx="548640" cy="54864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0163556" y="29260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Saving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640080" y="4206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</a:t>
            </a:r>
            <a:r>
              <a:rPr lang="en-US" sz="1300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details are entered.  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 </a:t>
            </a:r>
            <a:r>
              <a:rPr lang="en-US" sz="1300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checked for correctness.  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 </a:t>
            </a:r>
            <a:r>
              <a:rPr lang="en-US" sz="1300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and net salary are computed.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640080" y="48920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C9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 </a:t>
            </a:r>
            <a:r>
              <a:rPr lang="en-US" sz="1300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status is determined.  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  </a:t>
            </a:r>
            <a:r>
              <a:rPr lang="en-US" sz="1300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payroll report is displayed.  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Saving  </a:t>
            </a:r>
            <a:r>
              <a:rPr lang="en-US" sz="1300" dirty="0">
                <a:solidFill>
                  <a:srgbClr val="23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is written to file.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 Technical University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516636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00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C++ Concepts Used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805672" y="502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208 — C++ Programming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16636" y="196596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53796" y="19659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and Objects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351276" y="196596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88436" y="19659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85916" y="196596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23076" y="19659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9020556" y="196596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157716" y="19659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16636" y="356616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1F4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3796" y="35661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351276" y="356616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1F4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488436" y="35661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Handling (ofstream)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185916" y="356616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F1F4FC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323076" y="35661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 Technical University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" y="516636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2004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805672" y="5029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 208 — C++ Programming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194560" y="1783080"/>
            <a:ext cx="7772400" cy="4023360"/>
          </a:xfrm>
          <a:prstGeom prst="roundRect">
            <a:avLst>
              <a:gd name="adj" fmla="val 2273"/>
            </a:avLst>
          </a:prstGeom>
          <a:solidFill>
            <a:srgbClr val="16213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423160" y="1965960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2679192" y="196596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2935224" y="1965960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3291840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payroll_report.txt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194560" y="2331720"/>
            <a:ext cx="7772400" cy="0"/>
          </a:xfrm>
          <a:prstGeom prst="line">
            <a:avLst/>
          </a:prstGeom>
          <a:noFill/>
          <a:ln w="12700">
            <a:solidFill>
              <a:srgbClr val="2E3A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06040" y="26517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 ID: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669280" y="26517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EMP001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606040" y="32918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Gross Salary: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669280" y="32918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GHS 2800.00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606040" y="39319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Salary: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669280" y="393192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GHS 2650.00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606040" y="45720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669280" y="4626864"/>
            <a:ext cx="3200400" cy="502920"/>
          </a:xfrm>
          <a:prstGeom prst="roundRect">
            <a:avLst>
              <a:gd name="adj" fmla="val 50909"/>
            </a:avLst>
          </a:prstGeom>
          <a:solidFill>
            <a:srgbClr val="1E8E5A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4718304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263640" y="45720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Payment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 Technical University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856232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64592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calculations are automated.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85800" y="2743200"/>
            <a:ext cx="548640" cy="548640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2907792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6974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improves accuracy.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85800" y="3794760"/>
            <a:ext cx="548640" cy="548640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3959352"/>
            <a:ext cx="219456" cy="2194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63040" y="37490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saved for future reference.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685800" y="4846320"/>
            <a:ext cx="548640" cy="548640"/>
          </a:xfrm>
          <a:prstGeom prst="ellipse">
            <a:avLst/>
          </a:prstGeom>
          <a:solidFill>
            <a:srgbClr val="2E3A78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" y="5010912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63040" y="48006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demonstrates practical Object-Oriented Programming in C++.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 Technical University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840480"/>
            <a:ext cx="5029200" cy="5029200"/>
          </a:xfrm>
          <a:prstGeom prst="ellipse">
            <a:avLst/>
          </a:prstGeom>
          <a:solidFill>
            <a:srgbClr val="263172"/>
          </a:solidFill>
          <a:ln/>
        </p:spPr>
      </p:sp>
      <p:sp>
        <p:nvSpPr>
          <p:cNvPr id="3" name="Shape 1"/>
          <p:cNvSpPr/>
          <p:nvPr/>
        </p:nvSpPr>
        <p:spPr>
          <a:xfrm>
            <a:off x="5591556" y="1828800"/>
            <a:ext cx="1005840" cy="10058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1868" y="2039112"/>
            <a:ext cx="585216" cy="585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01752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Payroll Management System  •  BEE 208 – C++ Programming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45262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GB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1.1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Accra Technical University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Accra Technical University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7455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Payroll Management System</dc:title>
  <dc:subject>PptxGenJS Presentation</dc:subject>
  <dc:creator>Eric Kwaku Billah</dc:creator>
  <cp:lastModifiedBy>ERIC KWAKU BILLAH</cp:lastModifiedBy>
  <cp:revision>2</cp:revision>
  <dcterms:created xsi:type="dcterms:W3CDTF">2026-07-08T02:42:02Z</dcterms:created>
  <dcterms:modified xsi:type="dcterms:W3CDTF">2026-07-08T02:45:56Z</dcterms:modified>
</cp:coreProperties>
</file>